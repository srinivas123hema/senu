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-850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AI BASED MOCK INTERVIEW SYSTEM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Student AI/ML Project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AI-Based Mock Interview System is an intelligent platform designed to simulate real-world interview environments using advanced technologies like Artificial Intelligence and Natural Language Processing. It helps candidates practice interviews, improve their communication skills, and gain confidence before attending actual job </a:t>
            </a:r>
            <a:r>
              <a:rPr lang="en-US" dirty="0" smtClean="0"/>
              <a:t>interviews . This </a:t>
            </a:r>
            <a:r>
              <a:rPr lang="en-US" dirty="0"/>
              <a:t>system addresses those challenges by providing an automated and interactive interview experience without the need for a human interviewer.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Structure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1. User Interface (</a:t>
            </a:r>
            <a:r>
              <a:rPr lang="en-IN" sz="2000" dirty="0" smtClean="0"/>
              <a:t>Frontend):Login/Signup Select </a:t>
            </a:r>
            <a:r>
              <a:rPr lang="en-IN" sz="2000" dirty="0"/>
              <a:t>interview type (HR, Technical, Aptitude)Start interview (video/audio/text)View feedback &amp; </a:t>
            </a:r>
            <a:r>
              <a:rPr lang="en-IN" sz="2000" dirty="0" smtClean="0"/>
              <a:t>scores Technologies.</a:t>
            </a:r>
          </a:p>
          <a:p>
            <a:r>
              <a:rPr lang="en-IN" sz="2000" dirty="0"/>
              <a:t>2. Backend </a:t>
            </a:r>
            <a:r>
              <a:rPr lang="en-IN" sz="2000" dirty="0" smtClean="0"/>
              <a:t>Server Handles </a:t>
            </a:r>
            <a:r>
              <a:rPr lang="en-IN" sz="2000" dirty="0"/>
              <a:t>logic, user data, and </a:t>
            </a:r>
            <a:r>
              <a:rPr lang="en-IN" sz="2000" dirty="0" smtClean="0"/>
              <a:t>communication Manages </a:t>
            </a:r>
            <a:r>
              <a:rPr lang="en-IN" sz="2000" dirty="0"/>
              <a:t>interview sessions and </a:t>
            </a:r>
            <a:r>
              <a:rPr lang="en-IN" sz="2000" dirty="0" smtClean="0"/>
              <a:t>responses Technologies.</a:t>
            </a:r>
          </a:p>
          <a:p>
            <a:r>
              <a:rPr lang="en-IN" sz="2000" dirty="0" smtClean="0"/>
              <a:t>3. Database Stores : User profiles Interview history Questions </a:t>
            </a:r>
            <a:r>
              <a:rPr lang="en-IN" sz="2000" dirty="0"/>
              <a:t>&amp; </a:t>
            </a:r>
            <a:r>
              <a:rPr lang="en-IN" sz="2000" dirty="0" smtClean="0"/>
              <a:t>answers Scores Technologies.</a:t>
            </a:r>
          </a:p>
          <a:p>
            <a:r>
              <a:rPr lang="en-IN" sz="2000" dirty="0" smtClean="0"/>
              <a:t>4. </a:t>
            </a:r>
            <a:r>
              <a:rPr lang="en-IN" sz="2000" dirty="0"/>
              <a:t>Admin </a:t>
            </a:r>
            <a:r>
              <a:rPr lang="en-IN" sz="2000" dirty="0" smtClean="0"/>
              <a:t>Panel : Manage </a:t>
            </a:r>
            <a:r>
              <a:rPr lang="en-IN" sz="2000" dirty="0"/>
              <a:t>questions </a:t>
            </a:r>
            <a:r>
              <a:rPr lang="en-IN" sz="2000" dirty="0" smtClean="0"/>
              <a:t>database View </a:t>
            </a:r>
            <a:r>
              <a:rPr lang="en-IN" sz="2000" dirty="0"/>
              <a:t>user </a:t>
            </a:r>
            <a:r>
              <a:rPr lang="en-IN" sz="2000" dirty="0" smtClean="0"/>
              <a:t>analytics Customize </a:t>
            </a:r>
            <a:r>
              <a:rPr lang="en-IN" sz="2000" dirty="0"/>
              <a:t>interview </a:t>
            </a:r>
            <a:r>
              <a:rPr lang="en-IN" sz="2000" dirty="0" smtClean="0"/>
              <a:t>patterns.</a:t>
            </a:r>
          </a:p>
          <a:p>
            <a:r>
              <a:rPr lang="en-IN" sz="2000" dirty="0"/>
              <a:t>5</a:t>
            </a:r>
            <a:r>
              <a:rPr lang="en-IN" sz="2000" dirty="0" smtClean="0"/>
              <a:t>. </a:t>
            </a:r>
            <a:r>
              <a:rPr lang="en-IN" sz="2000" dirty="0"/>
              <a:t>API </a:t>
            </a:r>
            <a:r>
              <a:rPr lang="en-IN" sz="2000" dirty="0" smtClean="0"/>
              <a:t>Layer : Connects </a:t>
            </a:r>
            <a:r>
              <a:rPr lang="en-IN" sz="2000" dirty="0"/>
              <a:t>frontend with AI and </a:t>
            </a:r>
            <a:r>
              <a:rPr lang="en-IN" sz="2000" dirty="0" smtClean="0"/>
              <a:t>backend Handles </a:t>
            </a:r>
            <a:r>
              <a:rPr lang="en-IN" sz="2000" dirty="0"/>
              <a:t>data exchange </a:t>
            </a:r>
            <a:r>
              <a:rPr lang="en-IN" sz="2000" dirty="0" smtClean="0"/>
              <a:t>securely.</a:t>
            </a:r>
          </a:p>
          <a:p>
            <a:endParaRPr lang="en-IN" sz="2000" dirty="0" smtClean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Tools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Frontend Tools (User Interface)</a:t>
            </a:r>
          </a:p>
          <a:p>
            <a:r>
              <a:rPr lang="en-IN" dirty="0" smtClean="0"/>
              <a:t>Backend </a:t>
            </a:r>
            <a:r>
              <a:rPr lang="en-IN" dirty="0"/>
              <a:t>Tools (Server Side</a:t>
            </a:r>
            <a:r>
              <a:rPr lang="en-IN" dirty="0" smtClean="0"/>
              <a:t>)</a:t>
            </a:r>
          </a:p>
          <a:p>
            <a:r>
              <a:rPr lang="en-IN" dirty="0"/>
              <a:t>AI / Machine Learning </a:t>
            </a:r>
            <a:r>
              <a:rPr lang="en-IN" dirty="0" smtClean="0"/>
              <a:t>Tools</a:t>
            </a:r>
          </a:p>
          <a:p>
            <a:r>
              <a:rPr lang="en-IN" dirty="0"/>
              <a:t>NLP (Natural Language Processing) </a:t>
            </a:r>
            <a:endParaRPr lang="en-IN" dirty="0" smtClean="0"/>
          </a:p>
          <a:p>
            <a:r>
              <a:rPr lang="en-IN" dirty="0" smtClean="0"/>
              <a:t>Database Tools</a:t>
            </a:r>
          </a:p>
          <a:p>
            <a:r>
              <a:rPr lang="en-IN" dirty="0"/>
              <a:t>Deployment &amp; Cloud Tools</a:t>
            </a:r>
            <a:endParaRPr lang="en-IN" dirty="0" smtClean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Working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working of an AI-based mock interview system can be understood as a step-by-step process where artificial intelligence simulates a real interview environment and evaluates the candidate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Features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Role-Based Interview </a:t>
            </a:r>
            <a:r>
              <a:rPr lang="en-IN" dirty="0" smtClean="0"/>
              <a:t>Questions</a:t>
            </a:r>
          </a:p>
          <a:p>
            <a:r>
              <a:rPr lang="en-IN" dirty="0" smtClean="0"/>
              <a:t>2. </a:t>
            </a:r>
            <a:r>
              <a:rPr lang="en-IN" dirty="0"/>
              <a:t>Intelligent Answer </a:t>
            </a:r>
            <a:r>
              <a:rPr lang="en-IN" dirty="0" smtClean="0"/>
              <a:t>Evaluation</a:t>
            </a:r>
          </a:p>
          <a:p>
            <a:r>
              <a:rPr lang="en-IN" dirty="0"/>
              <a:t>3. Speech </a:t>
            </a:r>
            <a:r>
              <a:rPr lang="en-IN" dirty="0" smtClean="0"/>
              <a:t>Recognition</a:t>
            </a:r>
          </a:p>
          <a:p>
            <a:r>
              <a:rPr lang="en-US" dirty="0"/>
              <a:t>4. Emotion &amp; Facial Analysis (Advanced</a:t>
            </a:r>
            <a:r>
              <a:rPr lang="en-US" dirty="0" smtClean="0"/>
              <a:t>)</a:t>
            </a:r>
          </a:p>
          <a:p>
            <a:r>
              <a:rPr lang="en-IN" dirty="0"/>
              <a:t>5. Instant Feedback &amp; Scoring </a:t>
            </a:r>
            <a:r>
              <a:rPr lang="en-IN" dirty="0" smtClean="0"/>
              <a:t>Provides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1.Voice-Based </a:t>
            </a:r>
            <a:r>
              <a:rPr lang="en-IN" dirty="0"/>
              <a:t>Interview </a:t>
            </a:r>
            <a:r>
              <a:rPr lang="en-IN" dirty="0" smtClean="0"/>
              <a:t>System</a:t>
            </a:r>
          </a:p>
          <a:p>
            <a:pPr marL="0" indent="0">
              <a:buNone/>
            </a:pPr>
            <a:r>
              <a:rPr lang="en-IN" dirty="0" smtClean="0"/>
              <a:t>2.Resume-Based </a:t>
            </a:r>
            <a:r>
              <a:rPr lang="en-IN" dirty="0"/>
              <a:t>Interview </a:t>
            </a:r>
            <a:r>
              <a:rPr lang="en-IN" dirty="0" smtClean="0"/>
              <a:t>System</a:t>
            </a:r>
          </a:p>
          <a:p>
            <a:pPr marL="0" indent="0">
              <a:buNone/>
            </a:pPr>
            <a:r>
              <a:rPr lang="en-IN" dirty="0" smtClean="0"/>
              <a:t>3.Video </a:t>
            </a:r>
            <a:r>
              <a:rPr lang="en-IN" dirty="0"/>
              <a:t>Interview </a:t>
            </a:r>
            <a:r>
              <a:rPr lang="en-IN" dirty="0" err="1" smtClean="0"/>
              <a:t>Analyzer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4.Technical </a:t>
            </a:r>
            <a:r>
              <a:rPr lang="en-IN" dirty="0"/>
              <a:t>Coding Interview System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AI-Based Mock Interview System serves as a powerful, scalable, and intelligent tool that not only prepares individuals for interviews but also contributes to their overall career development and success.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304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AI BASED MOCK INTERVIEW SYSTEM</vt:lpstr>
      <vt:lpstr>Introduction</vt:lpstr>
      <vt:lpstr>Structure </vt:lpstr>
      <vt:lpstr>Tools</vt:lpstr>
      <vt:lpstr>Working </vt:lpstr>
      <vt:lpstr>Features</vt:lpstr>
      <vt:lpstr>Examples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MOCK INTERVIEW SYSTEM</dc:title>
  <dc:creator>USER</dc:creator>
  <dc:description>generated using python-pptx</dc:description>
  <cp:lastModifiedBy>USER</cp:lastModifiedBy>
  <cp:revision>6</cp:revision>
  <dcterms:created xsi:type="dcterms:W3CDTF">2013-01-27T09:14:16Z</dcterms:created>
  <dcterms:modified xsi:type="dcterms:W3CDTF">2026-03-20T16:30:26Z</dcterms:modified>
</cp:coreProperties>
</file>